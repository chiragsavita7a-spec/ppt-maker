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0"/>
            <a:ext cx="8595360" cy="5715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· 8th Grade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Photosynthesis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D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plants convert sunlight into food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-640080"/>
            <a:ext cx="2651760" cy="26517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7724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9728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11556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chemical equation for photosynthesis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502920" cy="50292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86537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role of chlorophyll and chloroplasts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596896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15184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light-dependent and light-independent reactions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346704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36499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photosynthesis to the broader carbon cycle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914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Photosynthesis?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8862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"Plants produce ~120 billion tonnes of glucose per year through photosynthesis"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by which green plants use sunlight to make food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26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CO₂ and water into glucose and oxygen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in the chloroplasts of plant cells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almost all life on Earth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Term: Photosynthesis — the conversion of light energy into chemical energy 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914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Chemical Equation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8862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1615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43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6CO₂ + 6H₂O + light energy → C₆H₁₂O₆ + 6O₂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37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Reactants: carbon dioxide, water, and light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 glucose (food) and oxygen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26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stored in chemical bonds of glucose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Term: Glucose (C₆H₁₂O₆) — the sugar produced by photosynthesis used as ener…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914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Chloroplasts: The Power Houses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8862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1615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43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Organelles where photosynthesis takes place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37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a green pigment called chlorophyll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Chlorophyll absorbs red and blue light, reflects green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26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Thylakoids stack into grana — site of light reactions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20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Stroma surrounds thylakoids — site of Calvin cycle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Term: Chlorophyll — the green pigment in chloroplasts that captures light e…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914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Light-Dependent Reactions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8862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1615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43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 in the thylakoid membranes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37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splits water molecules (photolysis)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oxygen as a byproduct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26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ATP and NADPH (energy carriers)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20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from sunlight is captured and stored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Term: ATP — adenosine triphosphate, the energy currency of the cell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914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Calvin Cycle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8862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1615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43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light-independent reactions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37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place in the stroma of the chloroplast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ATP and NADPH from light reactions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26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CO₂ into organic molecules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20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G3P — building block for glucose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Term: Calvin Cycle — series of reactions that fix CO₂ into sugar using ATP …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914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Photosynthesis and the Carbon Cycle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8862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1615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43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absorb CO₂, reducing greenhouse gases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37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released supports animal respiration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base of food chains and food webs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26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act as major carbon sinks on Earth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Term: Carbon sink — an ecosystem that absorbs more CO₂ than it releases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✏️  Activity / Discussion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 of 3, create a diagram showing the journey of a single CO₂ molecule through photosynthesis — from entering the leaf to becoming part of a glucose molecule. Label each step with the organelle and process involved. Share with the class!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 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09728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Photosynthesis: 6CO₂ + 6H₂O + light → glucose + O₂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109728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013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in chloroplasts, driven by chlorophyll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459736"/>
            <a:ext cx="109728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5973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stages: light reactions (thylakoids) and Calvin cycle (stroma)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118104"/>
            <a:ext cx="109728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1810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food for plants and oxygen for all life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776472"/>
            <a:ext cx="109728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76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link in Earth's carbon and oxygen cycles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0"/>
            <a:ext cx="8595360" cy="5715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3200400"/>
            <a:ext cx="2651760" cy="2651760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Questions?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D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· 8th Grade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2026-07-24T00:49:10Z</dcterms:created>
  <dcterms:modified xsi:type="dcterms:W3CDTF">2026-07-24T00:49:10Z</dcterms:modified>
</cp:coreProperties>
</file>